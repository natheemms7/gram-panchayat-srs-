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Software Requirements Specification (SRS)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Title: Gram Panchayat Website</a:t>
            </a:r>
          </a:p>
          <a:p>
            <a:r>
              <a:t>Prepared By: Natheem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The purpose of this document is to define the requirements for a Gram Panchayat Website that facilitates transparency, accessibility, and digital governance for rural communities.</a:t>
            </a:r>
          </a:p>
          <a:p/>
          <a:p>
            <a:r>
              <a:t>It will serve as a centralized platform for disseminating information, managing services, and engaging with citizens.</a:t>
            </a:r>
          </a:p>
          <a:p/>
          <a:p>
            <a:r>
              <a:t>Scope:</a:t>
            </a:r>
          </a:p>
          <a:p>
            <a:r>
              <a:t>• Provide information about the Panchayat, its members, and activities.</a:t>
            </a:r>
          </a:p>
          <a:p>
            <a:r>
              <a:t>• Offer online services like certificate applications, grievance redressal, and scheme registration.</a:t>
            </a:r>
          </a:p>
          <a:p>
            <a:r>
              <a:t>• Publish notices, meeting minutes, and financial reports.</a:t>
            </a:r>
          </a:p>
          <a:p>
            <a:r>
              <a:t>• Enable communication between citizens and Panchayat officials.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Definitions, Acronyms, and Abbreviations:</a:t>
            </a:r>
          </a:p>
          <a:p>
            <a:r>
              <a:t>• Gram Panchayat: Local self-government organization in Indian villages.</a:t>
            </a:r>
          </a:p>
          <a:p>
            <a:r>
              <a:t>• SRS: Software Requirements Specification.</a:t>
            </a:r>
          </a:p>
          <a:p>
            <a:r>
              <a:t>• CMS: Content Management System.</a:t>
            </a:r>
          </a:p>
          <a:p>
            <a:r>
              <a:t>• RTI: Right to Information.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Overall Description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Perspective:</a:t>
            </a:r>
          </a:p>
          <a:p>
            <a:r>
              <a:t>The website will be a standalone web application accessible via desktop and mobile browsers. It may integrate with government portals for authentication and data sharing.</a:t>
            </a:r>
          </a:p>
          <a:p/>
          <a:p>
            <a:r>
              <a:t>User Classes and Characteristics:</a:t>
            </a:r>
          </a:p>
          <a:p>
            <a:r>
              <a:t>• Citizens: View information, submit applications, raise complaints.</a:t>
            </a:r>
          </a:p>
          <a:p>
            <a:r>
              <a:t>• Panchayat Members: Manage content, respond to queries, update records.</a:t>
            </a:r>
          </a:p>
          <a:p>
            <a:r>
              <a:t>• Administrators: Oversee website operations, manage users and permissions.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Overall Description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Operating Environment:</a:t>
            </a:r>
          </a:p>
          <a:p>
            <a:r>
              <a:t>• Web-based application hosted on a secure server.</a:t>
            </a:r>
          </a:p>
          <a:p>
            <a:r>
              <a:t>• Compatible with modern browsers (Chrome, Firefox, Edge).</a:t>
            </a:r>
          </a:p>
          <a:p>
            <a:r>
              <a:t>• Mobile-responsive design.</a:t>
            </a:r>
          </a:p>
          <a:p/>
          <a:p>
            <a:r>
              <a:t>Design and Implementation Constraints:</a:t>
            </a:r>
          </a:p>
          <a:p>
            <a:r>
              <a:t>• Must comply with government accessibility and data protection standards.</a:t>
            </a:r>
          </a:p>
          <a:p>
            <a:r>
              <a:t>• Multilingual support (e.g., Hindi, English).</a:t>
            </a:r>
          </a:p>
          <a:p>
            <a:r>
              <a:t>• Limited internet connectivity in rural areas.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Functional Requirements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3.1 User Registration and Login:</a:t>
            </a:r>
          </a:p>
          <a:p>
            <a:r>
              <a:t>• Citizens can register and log in using Aadhaar or mobile OTP.</a:t>
            </a:r>
          </a:p>
          <a:p>
            <a:r>
              <a:t>• Admins and Panchayat members have role-based access.</a:t>
            </a:r>
          </a:p>
          <a:p/>
          <a:p>
            <a:r>
              <a:t>3.2 Panchayat Information:</a:t>
            </a:r>
          </a:p>
          <a:p>
            <a:r>
              <a:t>• Display details of elected members, contact info, and responsibilities.</a:t>
            </a:r>
          </a:p>
          <a:p>
            <a:r>
              <a:t>• Publish meeting schedules and minutes.</a:t>
            </a:r>
          </a:p>
          <a:p/>
          <a:p>
            <a:r>
              <a:t>3.3 Online Services:</a:t>
            </a:r>
          </a:p>
          <a:p>
            <a:r>
              <a:t>• Application forms for certificates, land records, etc.</a:t>
            </a:r>
          </a:p>
          <a:p>
            <a:r>
              <a:t>• Grievance submission and tracking.</a:t>
            </a:r>
          </a:p>
          <a:p>
            <a:r>
              <a:t>• Scheme enrollment (e.g., PMAY, MGNREGA).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Functional Requirements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3.4 Document Repository:</a:t>
            </a:r>
          </a:p>
          <a:p>
            <a:r>
              <a:t>• Upload/download circulars, budgets, audit reports.</a:t>
            </a:r>
          </a:p>
          <a:p>
            <a:r>
              <a:t>• Archive old documents.</a:t>
            </a:r>
          </a:p>
          <a:p/>
          <a:p>
            <a:r>
              <a:t>3.5 Notifications and Alerts:</a:t>
            </a:r>
          </a:p>
          <a:p>
            <a:r>
              <a:t>• Push updates via SMS/email for new schemes, deadlines, and events.</a:t>
            </a:r>
          </a:p>
          <a:p/>
          <a:p>
            <a:r>
              <a:t>3.6 Feedback and Contact:</a:t>
            </a:r>
          </a:p>
          <a:p>
            <a:r>
              <a:t>• Citizens can submit feedback or contact officials via a form.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Non-Functional Requirements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4.1 Performance Requirements:</a:t>
            </a:r>
          </a:p>
          <a:p>
            <a:r>
              <a:t>• Page load time under 3 seconds.</a:t>
            </a:r>
          </a:p>
          <a:p>
            <a:r>
              <a:t>• Support up to 500 concurrent users.</a:t>
            </a:r>
          </a:p>
          <a:p/>
          <a:p>
            <a:r>
              <a:t>4.2 Security Requirements:</a:t>
            </a:r>
          </a:p>
          <a:p>
            <a:r>
              <a:t>• SSL encryption.</a:t>
            </a:r>
          </a:p>
          <a:p>
            <a:r>
              <a:t>• Role-based access control.</a:t>
            </a:r>
          </a:p>
          <a:p>
            <a:r>
              <a:t>• Data backup and recovery.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Non-Functional Requirements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4.3 Usability Requirements:</a:t>
            </a:r>
          </a:p>
          <a:p>
            <a:r>
              <a:t>• Simple navigation and clear layout.</a:t>
            </a:r>
          </a:p>
          <a:p>
            <a:r>
              <a:t>• Accessible for users with limited digital literacy.</a:t>
            </a:r>
          </a:p>
          <a:p/>
          <a:p>
            <a:r>
              <a:t>4.4 Maintainability:</a:t>
            </a:r>
          </a:p>
          <a:p>
            <a:r>
              <a:t>• Modular architecture for easy updates.</a:t>
            </a:r>
          </a:p>
          <a:p>
            <a:r>
              <a:t>• Admin dashboard for content management.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website integrates user management, content publishing, online applications, and citizen communication modules.</a:t>
            </a:r>
          </a:p>
          <a:p/>
          <a:p>
            <a:r>
              <a:t>It supports transparency, efficiency, and accessibility, ensuring effective digital governance at the village level.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6.1 Assumptions:</a:t>
            </a:r>
          </a:p>
          <a:p>
            <a:r>
              <a:t>• Users have basic internet access.</a:t>
            </a:r>
          </a:p>
          <a:p>
            <a:r>
              <a:t>• Panchayat staff are trained to use the CMS.</a:t>
            </a:r>
          </a:p>
          <a:p/>
          <a:p>
            <a:r>
              <a:t>6.2 Future Enhancements:</a:t>
            </a:r>
          </a:p>
          <a:p>
            <a:r>
              <a:t>• Integration with mobile app.</a:t>
            </a:r>
          </a:p>
          <a:p>
            <a:r>
              <a:t>• GIS mapping of village resources.</a:t>
            </a:r>
          </a:p>
          <a:p>
            <a:r>
              <a:t>• Real-time chat support.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